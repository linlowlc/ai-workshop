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"/>
      <p:regular r:id="rId17"/>
    </p:embeddedFont>
    <p:embeddedFont>
      <p:font typeface="Alexandria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Step-by-Step Guide to Planning a Social Media Marketing Campaign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guide outlines the essential steps for launching a successful social media campaign. From defining clear goals and identifying your audience to measuring results, you will learn how to drive meaningful engagement and achieve business objectives.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62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1. Define Your Goals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15214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 Specific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34006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Avoid vague aims. Instead of "increase awareness," target "20% more brand mentions."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15214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 Measurable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434006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metrics like "50 qualified leads in 6 weeks" or "10% higher satisfaction scores."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15214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 Timebound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434006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Set deadlines, such as "grow Instagram followers by 500 in 2 months."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024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2. Identify Your Target Audience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02042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Understanding who you are reaching is essential for creating resonant content. Build detailed buyer personas (e.g., "Sarah, 30, Marketing Pro") to visualize your ideal customer.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0342721" y="3024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Factors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342721" y="360592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Age, gender, location, income.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441102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Interests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Hobbies, passions, and followed brands.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55790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Behaviors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Online habits and purchasing patterns.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63841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Pain Points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Challenges your product solves.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829"/>
            <a:ext cx="83833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3. Choose the Right Platforms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34576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Visual Focus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68665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Instagram &amp; Pinterest are ideal for showcasing products and building brand identity visually.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34576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Professional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68665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LinkedIn excels at B2B marketing, recruiting, and professional networking.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866084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06966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Twitter is best for news, conversations, and customer service.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866084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Viral Video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06966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TikTok offers short-form video entertainment, popular with Gen Z.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5434"/>
            <a:ext cx="92774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4. Develop Your Content Strategy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784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Align your content with campaign goals to ensure it is informative and engaging. Use a content calendar to stay organized and consistent.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08797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DF9"/>
          </a:solidFill>
          <a:ln w="7620">
            <a:solidFill>
              <a:srgbClr val="D2D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9432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D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4130278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Rich Media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3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high-quality images, engaging videos, and stories for behind-the-scenes access.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708797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DF9"/>
          </a:solidFill>
          <a:ln w="7620">
            <a:solidFill>
              <a:srgbClr val="D2DD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39432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DD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4130278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Educational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53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Share blog posts with insights, tutorials, and infographics that simplify data.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708797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DF9"/>
          </a:solidFill>
          <a:ln w="7620">
            <a:solidFill>
              <a:srgbClr val="D2DD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39432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DD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4130278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Interactive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534090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Utilize live streams for real-time connection and encourage user-generated content.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235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5. Set a Budget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72489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While organic reach is valuable, paid advertising maximizes impact. Allocate funds strategically across platforms like Facebook Ads Manager or LinkedIn Campaign Manager to target specific demographics.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564261"/>
            <a:ext cx="32157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Budget Considerations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587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Goals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How much are you willing to spend to achieve them?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009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Audience Costs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Price to reach users varies by platform.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143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Competition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Analyze competitor spending.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5326"/>
            <a:ext cx="83374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 Implement Your Campaign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133951" y="3724989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3498116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930" y="3668256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405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Schedule Content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89585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management tools like Hootsuite or Buffer to organize and automate posts, saving time and ensuring consistency.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57123" y="3384709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16962" y="3157835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7102" y="3327975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065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Launch Ads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555569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Activate your paid campaigns across your chosen platforms to reach your targeted demographics effectively.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980295" y="3044547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40133" y="2817674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0274" y="2987814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Engage Actively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215408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Don't just post—respond to comments and messages promptly. Active engagement builds community and trust.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0620"/>
            <a:ext cx="88034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7. Monitor and Measure 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495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Tracking performance is vital. Use analytics tools to gain insights into your audience and content effectiveness.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8096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Traffic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455420" y="49127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Website Visits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40317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 referrals from social channels.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388096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Leads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49127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Conversion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540317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qualified leads generated.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388096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Engage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49127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Interaction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540317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Measure likes, shares, and comments.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72164"/>
            <a:ext cx="68893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8. Analyze and Optimize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71668"/>
            <a:ext cx="36308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Continuous Improvement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56616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Social media marketing is an ongoing process. Analyze what works and adjust your strategy to maximize ROI.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5471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Trends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See what content types perform best.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9893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Experiment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Try different posting times or targeting options if engagement lags.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79441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Adapt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Stay flexible with changing algorithms.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2025-12-05T20:10:03Z</dcterms:created>
  <dcterms:modified xsi:type="dcterms:W3CDTF">2025-12-05T20:10:03Z</dcterms:modified>
</cp:coreProperties>
</file>